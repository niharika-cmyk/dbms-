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harika ." userId="77e652a5fbddc496" providerId="LiveId" clId="{BB663B2E-A0FA-4176-AB73-8ED0350E9A97}"/>
    <pc:docChg chg="modSld">
      <pc:chgData name="Niharika ." userId="77e652a5fbddc496" providerId="LiveId" clId="{BB663B2E-A0FA-4176-AB73-8ED0350E9A97}" dt="2026-10-03T08:31:46.947" v="2" actId="1076"/>
      <pc:docMkLst>
        <pc:docMk/>
      </pc:docMkLst>
      <pc:sldChg chg="addSp modSp mod">
        <pc:chgData name="Niharika ." userId="77e652a5fbddc496" providerId="LiveId" clId="{BB663B2E-A0FA-4176-AB73-8ED0350E9A97}" dt="2026-10-03T08:31:46.947" v="2" actId="1076"/>
        <pc:sldMkLst>
          <pc:docMk/>
          <pc:sldMk cId="0" sldId="265"/>
        </pc:sldMkLst>
        <pc:picChg chg="add mod">
          <ac:chgData name="Niharika ." userId="77e652a5fbddc496" providerId="LiveId" clId="{BB663B2E-A0FA-4176-AB73-8ED0350E9A97}" dt="2026-10-03T08:31:46.947" v="2" actId="1076"/>
          <ac:picMkLst>
            <pc:docMk/>
            <pc:sldMk cId="0" sldId="265"/>
            <ac:picMk id="39" creationId="{F40DFB14-B0AB-2FCE-FB30-8A1725B66F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188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5" Type="http://schemas.openxmlformats.org/officeDocument/2006/relationships/image" Target="../media/image22.jpe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7.png"/><Relationship Id="rId1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5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99001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F3C7E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2F3C7E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987" y="993267"/>
            <a:ext cx="528066" cy="5280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42316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WOMEN SAFETY APP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01568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3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Alerts &amp; Live Location Tracking for Real-Time Emergency Response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4297680"/>
            <a:ext cx="50292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2960" y="4526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Application Project on Personal Safety, GPS Tracking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Real-Time Emergency Communication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Nandini   •   M. Niharika   •   M. Sameeksha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1" descr="/home/claude/assets/klu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366760" y="0"/>
            <a:ext cx="3824935" cy="68580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5120640"/>
            <a:ext cx="2926080" cy="2926080"/>
          </a:xfrm>
          <a:prstGeom prst="ellipse">
            <a:avLst/>
          </a:prstGeom>
          <a:solidFill>
            <a:srgbClr val="65000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64040" y="2331720"/>
            <a:ext cx="1737360" cy="1737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380" y="2766060"/>
            <a:ext cx="868680" cy="8686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732520" y="42062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Safety.</a:t>
            </a:r>
            <a:endParaRPr lang="en-US" sz="2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Anywhere.</a:t>
            </a:r>
            <a:endParaRPr lang="en-US" sz="20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Anytime.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417320"/>
            <a:ext cx="7223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Women’s safety during travel, harassment or sudden emergencies is a serious and growing social concern.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critical moments, victims often don’t have enough time to call for help or explain their exact location.</a:t>
            </a:r>
            <a:endParaRPr lang="en-US" sz="155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the need for a fast, reliable, technology-driven personal safety solution.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Women Safety App uses an SOS button and live GPS tracking to connect users with trusted contacts instantly.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 — SOS &amp; Live Tracking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/home/claude/assets/klu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application sets out to achieve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001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82496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1797710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6184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Emergency Alerts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21284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one-tap SOS alert to predefined emergency contacts the moment help is needed.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480560" y="148132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001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1682496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654" y="179771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6184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Location Sharing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221284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share the user’s live GPS coordinates during an emergency.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640080" y="303580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001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236976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" y="335219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172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Live Tracking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37673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trusted contacts follow the user’s movement throughout unsafe or unfamiliar travel.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4480560" y="303580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001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63440" y="3236976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8654" y="3352190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303520" y="31729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Contact Management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663440" y="376732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users to add, edit and organise trusted contacts for faster response.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640080" y="459028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001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4791456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174" y="4906670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47274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Response Time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822960" y="532180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the delay between an incident occurring and help arriving.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4480560" y="4590288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99001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663440" y="4791456"/>
            <a:ext cx="512064" cy="51206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8654" y="4906670"/>
            <a:ext cx="281635" cy="281635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303520" y="47274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Greater Confidence &amp; Security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4663440" y="532180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women peace of mind while travelling alone or staying alone.</a:t>
            </a:r>
            <a:endParaRPr lang="en-US" sz="103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 — SOS &amp; Live Tracking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7" name="Image 6" descr="/home/claude/assets/kluh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5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657600" cy="3657600"/>
          </a:xfrm>
          <a:prstGeom prst="ellipse">
            <a:avLst/>
          </a:prstGeom>
          <a:solidFill>
            <a:srgbClr val="990011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544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4173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i="1" dirty="0">
                <a:solidFill>
                  <a:srgbClr val="F3DA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moment of danger, every second matters — but victims are rarely given one.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22960" y="26609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43000" y="2496312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Victims of harassment or emergencies rarely have time to make a phone call or describe their exact location.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359359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43000" y="342900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emergency response relies on manual calls, which are slow, unreliable and prone to miscommunication.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2960" y="452628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43000" y="436168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automated way to instantly share live location with trusted people during unsafe travel.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822960" y="545896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43000" y="5294376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real-time tracking, family and emergency services cannot respond quickly enough to prevent harm.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 — SOS &amp; Live Tracking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1" descr="/home/claude/assets/klu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 Proposed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DD0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645920"/>
            <a:ext cx="548640" cy="548640"/>
          </a:xfrm>
          <a:prstGeom prst="ellipse">
            <a:avLst/>
          </a:prstGeom>
          <a:solidFill>
            <a:srgbClr val="6B6B6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77393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642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42316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7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phone calls to family, friends or emergency numbers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7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real-time location sharing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7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response — victim must explain location verbally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7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entirely on network/call connectivity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✗"/>
            </a:pPr>
            <a:r>
              <a:rPr lang="en-US" sz="1350" dirty="0">
                <a:solidFill>
                  <a:srgbClr val="7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to manage or notify trusted contacts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37160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990011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6459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177393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23760" y="166420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423160"/>
            <a:ext cx="4617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 button sends instant alerts to emergency contacts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GPS location shared the moment SOS is triggered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continuous location tracking during travel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emergency contact list for faster, reliable response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✓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keep contacts informed in real time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 — SOS &amp; Live Tracking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6" name="Image 2" descr="/home/claude/assets/kluh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99001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484" y="1819656"/>
            <a:ext cx="438912" cy="43891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2585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5146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React.js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 rot="5400000">
            <a:off x="2999232" y="2098548"/>
            <a:ext cx="237744" cy="237744"/>
          </a:xfrm>
          <a:prstGeom prst="triangle">
            <a:avLst/>
          </a:prstGeom>
          <a:solidFill>
            <a:srgbClr val="990011"/>
          </a:solidFill>
          <a:ln/>
        </p:spPr>
      </p:sp>
      <p:sp>
        <p:nvSpPr>
          <p:cNvPr id="8" name="Shape 5"/>
          <p:cNvSpPr/>
          <p:nvPr/>
        </p:nvSpPr>
        <p:spPr>
          <a:xfrm>
            <a:off x="3291840" y="16916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2F3C7E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244" y="1819656"/>
            <a:ext cx="438912" cy="43891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83280" y="22585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3383280" y="25146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· Spring Boot APIs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 rot="5400000">
            <a:off x="5650992" y="2098548"/>
            <a:ext cx="237744" cy="237744"/>
          </a:xfrm>
          <a:prstGeom prst="triangle">
            <a:avLst/>
          </a:prstGeom>
          <a:solidFill>
            <a:srgbClr val="990011"/>
          </a:solidFill>
          <a:ln/>
        </p:spPr>
      </p:sp>
      <p:sp>
        <p:nvSpPr>
          <p:cNvPr id="13" name="Shape 9"/>
          <p:cNvSpPr/>
          <p:nvPr/>
        </p:nvSpPr>
        <p:spPr>
          <a:xfrm>
            <a:off x="5943600" y="16916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990011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0004" y="1819656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035040" y="22585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Database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6035040" y="25146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Contacts · SOS · Locations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 rot="5400000">
            <a:off x="8302752" y="2098548"/>
            <a:ext cx="237744" cy="237744"/>
          </a:xfrm>
          <a:prstGeom prst="triangle">
            <a:avLst/>
          </a:prstGeom>
          <a:solidFill>
            <a:srgbClr val="990011"/>
          </a:solidFill>
          <a:ln/>
        </p:spPr>
      </p:sp>
      <p:sp>
        <p:nvSpPr>
          <p:cNvPr id="18" name="Shape 13"/>
          <p:cNvSpPr/>
          <p:nvPr/>
        </p:nvSpPr>
        <p:spPr>
          <a:xfrm>
            <a:off x="8595360" y="16916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2F3C7E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1764" y="1819656"/>
            <a:ext cx="438912" cy="4389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686800" y="22585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Contacts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8686800" y="251460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D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SOS &amp; Location Data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1828800" y="32461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990011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5960" y="338328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2514600" y="33467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/ Location Services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3172968" y="2944368"/>
            <a:ext cx="237744" cy="237744"/>
          </a:xfrm>
          <a:prstGeom prst="triangle">
            <a:avLst/>
          </a:prstGeom>
          <a:solidFill>
            <a:srgbClr val="990011"/>
          </a:solidFill>
          <a:ln/>
        </p:spPr>
      </p:sp>
      <p:sp>
        <p:nvSpPr>
          <p:cNvPr id="26" name="Shape 19"/>
          <p:cNvSpPr/>
          <p:nvPr/>
        </p:nvSpPr>
        <p:spPr>
          <a:xfrm>
            <a:off x="6309360" y="32461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2F3C7E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3383280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995160" y="334670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7699248" y="2944368"/>
            <a:ext cx="237744" cy="237744"/>
          </a:xfrm>
          <a:prstGeom prst="triangle">
            <a:avLst/>
          </a:prstGeom>
          <a:solidFill>
            <a:srgbClr val="2F3C7E"/>
          </a:solidFill>
          <a:ln/>
        </p:spPr>
      </p:sp>
      <p:sp>
        <p:nvSpPr>
          <p:cNvPr id="30" name="Shape 22"/>
          <p:cNvSpPr/>
          <p:nvPr/>
        </p:nvSpPr>
        <p:spPr>
          <a:xfrm>
            <a:off x="640080" y="4434840"/>
            <a:ext cx="10881360" cy="18288"/>
          </a:xfrm>
          <a:prstGeom prst="rect">
            <a:avLst/>
          </a:prstGeom>
          <a:solidFill>
            <a:srgbClr val="E4CACC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64008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 &amp; Platforms Used</a:t>
            </a:r>
            <a:endParaRPr lang="en-US" sz="1500" dirty="0"/>
          </a:p>
        </p:txBody>
      </p:sp>
      <p:sp>
        <p:nvSpPr>
          <p:cNvPr id="32" name="Shape 24"/>
          <p:cNvSpPr/>
          <p:nvPr/>
        </p:nvSpPr>
        <p:spPr>
          <a:xfrm>
            <a:off x="1060704" y="507492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724" y="5234940"/>
            <a:ext cx="320040" cy="320040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594360" y="578815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950" dirty="0"/>
          </a:p>
        </p:txBody>
      </p:sp>
      <p:sp>
        <p:nvSpPr>
          <p:cNvPr id="35" name="Shape 26"/>
          <p:cNvSpPr/>
          <p:nvPr/>
        </p:nvSpPr>
        <p:spPr>
          <a:xfrm>
            <a:off x="2542032" y="50749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2052" y="5234940"/>
            <a:ext cx="320040" cy="320040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2075688" y="578815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4023360" y="507492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3380" y="5234940"/>
            <a:ext cx="320040" cy="320040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3557016" y="578815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950" dirty="0"/>
          </a:p>
        </p:txBody>
      </p:sp>
      <p:sp>
        <p:nvSpPr>
          <p:cNvPr id="41" name="Shape 30"/>
          <p:cNvSpPr/>
          <p:nvPr/>
        </p:nvSpPr>
        <p:spPr>
          <a:xfrm>
            <a:off x="5504688" y="50749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4708" y="5234940"/>
            <a:ext cx="320040" cy="32004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5038344" y="578815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</a:t>
            </a:r>
            <a:endParaRPr lang="en-US" sz="950" dirty="0"/>
          </a:p>
        </p:txBody>
      </p:sp>
      <p:sp>
        <p:nvSpPr>
          <p:cNvPr id="44" name="Shape 32"/>
          <p:cNvSpPr/>
          <p:nvPr/>
        </p:nvSpPr>
        <p:spPr>
          <a:xfrm>
            <a:off x="6986016" y="507492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6036" y="5234940"/>
            <a:ext cx="320040" cy="320040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6519672" y="578815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950" dirty="0"/>
          </a:p>
        </p:txBody>
      </p:sp>
      <p:sp>
        <p:nvSpPr>
          <p:cNvPr id="47" name="Shape 34"/>
          <p:cNvSpPr/>
          <p:nvPr/>
        </p:nvSpPr>
        <p:spPr>
          <a:xfrm>
            <a:off x="8467344" y="50749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27364" y="5234940"/>
            <a:ext cx="320040" cy="320040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8001000" y="578815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</a:t>
            </a:r>
            <a:endParaRPr lang="en-US" sz="950" dirty="0"/>
          </a:p>
        </p:txBody>
      </p:sp>
      <p:sp>
        <p:nvSpPr>
          <p:cNvPr id="50" name="Shape 36"/>
          <p:cNvSpPr/>
          <p:nvPr/>
        </p:nvSpPr>
        <p:spPr>
          <a:xfrm>
            <a:off x="9948672" y="507492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08692" y="5234940"/>
            <a:ext cx="320040" cy="320040"/>
          </a:xfrm>
          <a:prstGeom prst="rect">
            <a:avLst/>
          </a:prstGeom>
        </p:spPr>
      </p:pic>
      <p:sp>
        <p:nvSpPr>
          <p:cNvPr id="52" name="Text 37"/>
          <p:cNvSpPr txBox="1"/>
          <p:nvPr/>
        </p:nvSpPr>
        <p:spPr>
          <a:xfrm>
            <a:off x="9482328" y="5788152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50" dirty="0"/>
          </a:p>
        </p:txBody>
      </p:sp>
      <p:sp>
        <p:nvSpPr>
          <p:cNvPr id="53" name="Text 3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 — SOS &amp; Live Tracking</a:t>
            </a:r>
            <a:endParaRPr lang="en-US" sz="900" dirty="0"/>
          </a:p>
        </p:txBody>
      </p:sp>
      <p:sp>
        <p:nvSpPr>
          <p:cNvPr id="54" name="Text 39"/>
          <p:cNvSpPr txBox="1"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5" name="Shape 40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6" name="Image 13" descr="/home/claude/assets/kluh_log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F296BA4-C0CE-37F5-2107-2CC27843D59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18122" y="137370"/>
            <a:ext cx="11780215" cy="66263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frameworks powering the Women Safety App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412480" y="532180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 — SOS &amp; Live Tracking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7" name="Image 6" descr="/home/claude/assets/klu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40DFB14-B0AB-2FCE-FB30-8A1725B66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89888"/>
            <a:ext cx="8159523" cy="49451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that make the app effective in an emergency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71116" y="194767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708" y="2112264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69748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 Emergency Button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59536" y="308152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sends an instant alert with live location to emergency contacts.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16552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47588" y="194767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80" y="211226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81144" y="269748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GPS Tracking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636008" y="308152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contacts can follow the user’s movement in real time.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93024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24060" y="194767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8652" y="211226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7616" y="269748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Contact Management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08152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 and organise a list of trusted people to notify.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071116" y="418795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5708" y="435254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4672" y="49377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Notifications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859536" y="532180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push alerts keep contacts informed the moment SOS is triggered.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416552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847588" y="418795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2180" y="435254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81144" y="49377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History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636008" y="532180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past routes and locations for review or safety records.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93024" y="39319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990011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624060" y="4187952"/>
            <a:ext cx="658368" cy="658368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88652" y="435254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57616" y="4937760"/>
            <a:ext cx="3191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Quick-Access Emergency Services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8412480" y="5321808"/>
            <a:ext cx="3081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police or helplines directly from within the app.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 — SOS &amp; Live Tracking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37" name="Image 6" descr="/home/claude/assets/kluh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Preview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 at the SafeHer app interface and website walkthrough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5440" y="1581912"/>
            <a:ext cx="5431536" cy="3115418"/>
          </a:xfrm>
          <a:prstGeom prst="roundRect">
            <a:avLst>
              <a:gd name="adj" fmla="val 234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90011">
                <a:alpha val="16000"/>
              </a:srgbClr>
            </a:outerShdw>
          </a:effectLst>
        </p:spPr>
      </p:sp>
      <p:pic>
        <p:nvPicPr>
          <p:cNvPr id="5" name="Image 0" descr="/mnt/user-data/uploads/WhatsApp_Image_2026-08-26_at_8_57_41_A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8" y="1691640"/>
            <a:ext cx="5212080" cy="28959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5168" y="473390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— SOS Interface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14720" y="1581912"/>
            <a:ext cx="5431536" cy="3115418"/>
          </a:xfrm>
          <a:prstGeom prst="roundRect">
            <a:avLst>
              <a:gd name="adj" fmla="val 234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90011">
                <a:alpha val="16000"/>
              </a:srgbClr>
            </a:outerShdw>
          </a:effectLst>
        </p:spPr>
      </p:sp>
      <p:pic>
        <p:nvPicPr>
          <p:cNvPr id="8" name="Image 1" descr="/mnt/user-data/uploads/WhatsApp_Image_2026-08-26_at_8_58_02_A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8" y="1691640"/>
            <a:ext cx="5212080" cy="289596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324448" y="473390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 &amp; Key Features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Safety App — SOS &amp; Live Tracking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2" descr="/home/claude/assets/kluh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5000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657600" cy="3657600"/>
          </a:xfrm>
          <a:prstGeom prst="ellipse">
            <a:avLst/>
          </a:prstGeom>
          <a:solidFill>
            <a:srgbClr val="99001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937760"/>
            <a:ext cx="3108960" cy="3108960"/>
          </a:xfrm>
          <a:prstGeom prst="ellipse">
            <a:avLst/>
          </a:prstGeom>
          <a:solidFill>
            <a:srgbClr val="2F3C7E">
              <a:alpha val="5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Women Safety App brings SOS alerts, live GPS tracking and trusted-contact management into one accessible mobile solution.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reduces emergency response time and removes the need to explain location verbally under stress.</a:t>
            </a:r>
            <a:endParaRPr lang="en-US" sz="14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F5E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GPS, Firebase and real-time communication, it gives women greater confidence and security while travelling or staying alone.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955280" y="1417320"/>
            <a:ext cx="3611880" cy="470916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441180" y="1709928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1869948"/>
            <a:ext cx="320040" cy="3200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138160" y="24688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11312" y="3108960"/>
            <a:ext cx="3099816" cy="841248"/>
          </a:xfrm>
          <a:prstGeom prst="roundRect">
            <a:avLst>
              <a:gd name="adj" fmla="val 7609"/>
            </a:avLst>
          </a:prstGeom>
          <a:solidFill>
            <a:srgbClr val="F3DAD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412480" y="321868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I. Nandini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356616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2520090230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211312" y="4096512"/>
            <a:ext cx="3099816" cy="841248"/>
          </a:xfrm>
          <a:prstGeom prst="roundRect">
            <a:avLst>
              <a:gd name="adj" fmla="val 7609"/>
            </a:avLst>
          </a:prstGeom>
          <a:solidFill>
            <a:srgbClr val="F3DAD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412480" y="420624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M. Niharika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45537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2520090021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11312" y="5084064"/>
            <a:ext cx="3099816" cy="841248"/>
          </a:xfrm>
          <a:prstGeom prst="roundRect">
            <a:avLst>
              <a:gd name="adj" fmla="val 7609"/>
            </a:avLst>
          </a:prstGeom>
          <a:solidFill>
            <a:srgbClr val="F3DAD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12480" y="51937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M. Sameeksha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554126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2520090229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0637215" y="182880"/>
            <a:ext cx="1234440" cy="513358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1" name="Image 1" descr="/home/claude/assets/klu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8655" y="256032"/>
            <a:ext cx="1051560" cy="3670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751</Words>
  <Application>Microsoft Office PowerPoint</Application>
  <PresentationFormat>Widescreen</PresentationFormat>
  <Paragraphs>126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Niharika .</cp:lastModifiedBy>
  <cp:revision>3</cp:revision>
  <dcterms:created xsi:type="dcterms:W3CDTF">2026-08-26T03:44:59Z</dcterms:created>
  <dcterms:modified xsi:type="dcterms:W3CDTF">2026-10-03T08:31:54Z</dcterms:modified>
</cp:coreProperties>
</file>